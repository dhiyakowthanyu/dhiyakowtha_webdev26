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676629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676629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6766294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6766294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6676629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6676629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66766294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6676629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66766294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66766294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6766294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6766294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6766294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66766294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F6F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Dhiya Kowtha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Website - Midterm Project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816400"/>
            <a:ext cx="39636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62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these becomes one line of the icon. I used CSS to make it look like 3 horizontal bars</a:t>
            </a:r>
            <a:endParaRPr sz="162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 title="Screenshot 2026-03-24 at 12.16.26 AM.png"/>
          <p:cNvPicPr preferRelativeResize="0"/>
          <p:nvPr/>
        </p:nvPicPr>
        <p:blipFill rotWithShape="1">
          <a:blip r:embed="rId3">
            <a:alphaModFix/>
          </a:blip>
          <a:srcRect b="0" l="0" r="18267" t="0"/>
          <a:stretch/>
        </p:blipFill>
        <p:spPr>
          <a:xfrm>
            <a:off x="311700" y="736350"/>
            <a:ext cx="4147723" cy="10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creenshot 2026-03-24 at 12.18.0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459" y="297400"/>
            <a:ext cx="2122525" cy="259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602063" y="3638575"/>
            <a:ext cx="2655300" cy="14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2475475" y="3903700"/>
            <a:ext cx="774300" cy="1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5" name="Google Shape;65;p14" title="Screenshot 2026-03-24 at 12.22.4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925" y="3725700"/>
            <a:ext cx="2038400" cy="4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3-24 at 12.23.2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1111" y="3678950"/>
            <a:ext cx="1829626" cy="69333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857875" y="3381375"/>
            <a:ext cx="3143400" cy="15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.open class triggers the CSS to rotate the lines into an X I kept forgetting to add the transition which is why the animation wasn't smooth at first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Screenshot 2026-03-24 at 12.39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75" y="386100"/>
            <a:ext cx="5262775" cy="17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Screenshot 2026-03-24 at 12.40.2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9325" y="1949475"/>
            <a:ext cx="1223000" cy="29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17500" y="2835600"/>
            <a:ext cx="63660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used an &lt;article&gt; tag to wrap each card, inside it I have an &lt;a&gt; tag that makes the whole card one big clickable link. Then I have the image and below that the project category and title. The hover effects are what I'm glad I was able to figure out. When you hover over a card it lifts up slightly using transform: translateY and gets a shadow underneath it. The image also zooms in a tiny bit using scale.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5" title="Screenshot 2026-03-24 at 12.45.4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1026" y="321700"/>
            <a:ext cx="2610675" cy="22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67225" y="208400"/>
            <a:ext cx="8960400" cy="16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used JavaScript for the hamburger menu and the skills dropdown.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finds the element, waits for a click, and then adds or removes a CSS class. Once the class is added, the CSS does all the work, like showing the menu or rotating the arrow. 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6" title="Screenshot 2026-03-24 at 12.05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300" y="2952550"/>
            <a:ext cx="3900176" cy="1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6-03-24 at 12.27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325" y="1803875"/>
            <a:ext cx="2611484" cy="300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Screenshot 2026-03-24 at 12.41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0" y="341475"/>
            <a:ext cx="3313500" cy="35106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4990100" y="547900"/>
            <a:ext cx="3481200" cy="29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mailto link tells the browser to open a mail app when clicked. The tel: input type also does this for a phone number.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creenshot 2026-03-24 at 12.56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675" y="1178575"/>
            <a:ext cx="2233625" cy="3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Screenshot 2026-03-24 at 12.57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5875" y="1314950"/>
            <a:ext cx="1811125" cy="2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933375" y="1314950"/>
            <a:ext cx="3902700" cy="3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434100" y="151725"/>
            <a:ext cx="2275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queries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Steps!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804000" y="1127200"/>
            <a:ext cx="753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working pages for each project, create case studies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a contact page instead of linking the emails and numbers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more accessible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Thank you!!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